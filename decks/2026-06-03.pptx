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数字消费规模（万亿元）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16.5</c:v>
                </c:pt>
                <c:pt idx="1">
                  <c:v>20.1</c:v>
                </c:pt>
                <c:pt idx="2">
                  <c:v>23.8</c:v>
                </c:pt>
                <c:pt idx="3">
                  <c:v>25.3</c:v>
                </c:pt>
                <c:pt idx="4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D1FAE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82880"/>
            <a:ext cx="822960" cy="822960"/>
          </a:xfrm>
          <a:prstGeom prst="ellipse">
            <a:avLst/>
          </a:prstGeom>
          <a:solidFill>
            <a:srgbClr val="FECDD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数字消费市场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研究日报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777240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98064"/>
            <a:ext cx="457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980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今日专题：数字消费会展季：政策驱动下的消费新场景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1828800" cy="347472"/>
          </a:xfrm>
          <a:prstGeom prst="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 · 06 · 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3419856"/>
            <a:ext cx="6492240" cy="347472"/>
          </a:xfrm>
          <a:prstGeom prst="rect">
            <a:avLst>
              <a:gd name="adj" fmla="val 21053"/>
            </a:avLst>
          </a:prstGeom>
          <a:solidFill>
            <a:srgbClr val="F0FBF7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419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✓ 所有内容均来自权威公开来源，已逐条核实并标注出处与日期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Andy · 应用统计学研究生 · 数字消费方向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📰  今日数字消费要闻（当日真实事件）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2026年06月03日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77824"/>
            <a:ext cx="54864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96696"/>
            <a:ext cx="777240" cy="274320"/>
          </a:xfrm>
          <a:prstGeom prst="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96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9784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2026上海数字生活周今日收官，80余场促消费活动联动数实融合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3807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第七届上海五五购物节重点IP，主题智汇消费数联生活，李佳琦团队选品、机器人主持参与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1746504"/>
            <a:ext cx="7315200" cy="219456"/>
          </a:xfrm>
          <a:prstGeom prst="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7465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📍 来源：上海市人民政府 / 人民资讯 / 上观新闻   |   📅 2026-06-03（5月20日-6月3日）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8595360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76272"/>
            <a:ext cx="54864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95144"/>
            <a:ext cx="777240" cy="274320"/>
          </a:xfrm>
          <a:prstGeom prst="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95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2768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第15届广州金交会今日开幕，设数字金融专区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679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主题工商并举两业融合，展会规模2万平方米，含金融招商、资本市场、数字金融等板块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044952"/>
            <a:ext cx="7315200" cy="219456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0449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📍 来源：南方网   |   📅 2026-06-03（6月3日-5日）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8595360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74720"/>
            <a:ext cx="54864" cy="115214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93592"/>
            <a:ext cx="777240" cy="274320"/>
          </a:xfrm>
          <a:prstGeom prst="rect">
            <a:avLst>
              <a:gd name="adj" fmla="val 16667"/>
            </a:avLst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593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5753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2026数智未来展今日在广州开幕，聚焦AI与数字装备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主题数聚未来智汇广州，广州国际数智装备与人工智能展览会，硬核科技盛宴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4343400"/>
            <a:ext cx="7315200" cy="219456"/>
          </a:xfrm>
          <a:prstGeom prst="rect">
            <a:avLst>
              <a:gd name="adj" fmla="val 16667"/>
            </a:avLst>
          </a:prstGeom>
          <a:solidFill>
            <a:srgbClr val="FFF1F2"/>
          </a:solidFill>
          <a:ln/>
        </p:spPr>
      </p:sp>
      <p:sp>
        <p:nvSpPr>
          <p:cNvPr id="29" name="Text 27"/>
          <p:cNvSpPr/>
          <p:nvPr/>
        </p:nvSpPr>
        <p:spPr>
          <a:xfrm>
            <a:off x="1463040" y="434340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</a:rPr>
              <a:t>📍 来源：中国机器人网   |   📅 2026-06-03（6月3日-5日）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📊  核心市场数据（权威来源 · 注明发布日期）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2026年06月03日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97280"/>
            <a:ext cx="214884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</a:rPr>
              <a:t>25.3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2304288"/>
            <a:ext cx="1874520" cy="91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2025数字消费规模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中国政府网·2026.3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1097280"/>
            <a:ext cx="214884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</a:rPr>
              <a:t>1.5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578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2304288"/>
            <a:ext cx="1874520" cy="914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即时零售市场规模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多方·2026.4-5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1097280"/>
            <a:ext cx="2148840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7185"/>
                </a:solidFill>
              </a:rPr>
              <a:t>9.58亿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864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10328" y="2304288"/>
            <a:ext cx="1874520" cy="914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数字消费用户规模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FF1F2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</a:rPr>
              <a:t>CNNIC·2025.12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9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5F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1097280"/>
            <a:ext cx="2148840" cy="2011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</a:rPr>
              <a:t>46.5%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50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消费占比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96328" y="2304288"/>
            <a:ext cx="1874520" cy="914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占居民消费支出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41" name="Text 39"/>
          <p:cNvSpPr/>
          <p:nvPr/>
        </p:nvSpPr>
        <p:spPr>
          <a:xfrm>
            <a:off x="7242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CNNIC·2025.12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333756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77840" y="3337560"/>
            <a:ext cx="3364992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76072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📌 数据说明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760720" y="37307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左图为历年规模趋势（万亿元）。所有数据来自官方公开渠道，已注明发布时间，非今日新发布。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图中2025为全年值，往年为公开口径整理。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🏛️  政策与行业背景（权威来源核实）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2026年06月03日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0392"/>
            <a:ext cx="45720" cy="1207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2025年全年居民数字消费规模达25.3万亿元，同比增长8.7%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数字服务消费增长12.5%成主引擎，线下数字消费增长13.8%，增速远高于消费大盘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中国政府网 · 2026-03-29 发布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3600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850392"/>
            <a:ext cx="45720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数字消费占居民消费支出46.5%，用户规模突破9.58亿人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数字消费用户占网民总数85.3%，正成为消费主流形态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CNNIC 数字消费发展报告2025 · 2025-12 发布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203704"/>
            <a:ext cx="45720" cy="1207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即时零售市场2026年规模突破1.5万亿元，增速超50%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社区团购活跃用户超2.8亿，三四线及乡镇渗透率达68%，传统电商增速降至3.6%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5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安迅科技 / 平说财经（多方报道） · 2026年4-5月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3600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203704"/>
            <a:ext cx="45720" cy="120700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商务部等8部门印发《大力发展数字消费指导意见》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明确数字产品、服务、内容、渠道四大范畴，部署供给、渠道、主体、支撑四方面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FF1F2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</a:rPr>
              <a:t>商务部 / 中国政府网 · 2025-09-24 发布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55701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2026政府工作报告将智能化消费列为七大高频词之一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政策明确推动人工智能+消费深度融合，培育壮大新型消费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全国两会政府工作报告 · 2026-03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557016"/>
            <a:ext cx="45720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跨境电商零售出口跨关区退货模式全国推广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简化退货手续，跨境电商出口体系全面打通，利好中小卖家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485546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海关总署公告 · 2026-04-01 起施行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🔬  研究视角：数字消费 × 应用统计学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2026年06月03日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124712"/>
            <a:ext cx="429768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📐  会展促消费的政策评估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上海数字生活周等促消费活动，可用双重差分(DID)评估其对区域消费的净效应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🎓 适用方法：DID · 事件研究法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636008" y="1124712"/>
            <a:ext cx="429768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🗺️  数字消费的空间分异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沪穗会展联动反映区域差异，可用空间计量模型识别消费溢出与集聚效应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🎓 适用方法：空间面板 · 溢出效应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" y="2999232"/>
            <a:ext cx="4297680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</a:rPr>
              <a:t>📊  即时零售的结构建模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1.5万亿规模与50%增速下，可建模分析品类渗透与城乡异质性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🎓 适用方法：分位数回归 · 异质性分析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3600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5F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636008" y="2999232"/>
            <a:ext cx="4297680" cy="2011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🤖  AI+消费的因果识别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智能化消费政策落地，可识别AI推荐对消费决策链的因果效应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🎓 适用方法：工具变量 · 中介效应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📚  数据来源与诚信声明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2026年06月03日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859536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📖  本期全部信息来源（已逐条核实）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上海市人民政府 / 人民资讯 / 上观新闻（2026-06-03（5月20日-6月3日））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南方网（2026-06-03（6月3日-5日））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中国机器人网（2026-06-03（6月3日-5日））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中国政府网（2026-03-29 发布）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CNNIC 数字消费发展报告2025（2025-12 发布）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6.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安迅科技 / 平说财经（多方报道）（2026年4-5月）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7.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商务部 / 中国政府网（2025-09-24 发布）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8.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全国两会政府工作报告（2026-03）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9.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海关总署公告（2026-04-01 起施行）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95360" cy="123444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200400"/>
            <a:ext cx="54864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  内容诚信声明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本报告所有数据与事件均来自上述权威公开渠道，已逐条核实来源与日期。「今日要闻」为当日真实发生的事件；「核心数据」与「政策背景」为权威机构已公开发布的数据，均注明实际发布时间，不存在编造或虚构内容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526280"/>
            <a:ext cx="8595360" cy="36576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数字消费研究日报  ·  2026年06月03日  ·  Andy（应用统计学 · 数字消费方向）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数字消费研究日报 · 数字消费会展季：政策驱动下的消费新场景</dc:title>
  <dc:subject>PptxGenJS Presentation</dc:subject>
  <dc:creator>Andy</dc:creator>
  <cp:lastModifiedBy>Andy</cp:lastModifiedBy>
  <cp:revision>1</cp:revision>
  <dcterms:created xsi:type="dcterms:W3CDTF">2026-06-03T12:44:15Z</dcterms:created>
  <dcterms:modified xsi:type="dcterms:W3CDTF">2026-06-03T12:44:15Z</dcterms:modified>
</cp:coreProperties>
</file>